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Poppins" panose="00000500000000000000" pitchFamily="2" charset="0"/>
      <p:regular r:id="rId9"/>
    </p:embeddedFont>
    <p:embeddedFont>
      <p:font typeface="Poppins Bold" panose="020B0604020202020204" charset="0"/>
      <p:regular r:id="rId10"/>
    </p:embeddedFont>
    <p:embeddedFont>
      <p:font typeface="Poppins Medium" panose="020B0502040204020203" pitchFamily="2" charset="0"/>
      <p:regular r:id="rId11"/>
    </p:embeddedFont>
    <p:embeddedFont>
      <p:font typeface="Poppins Semi-Bol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3" d="100"/>
          <a:sy n="43" d="100"/>
        </p:scale>
        <p:origin x="936" y="3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app.plcsimulator.online/lkPsdP7WKNiHD8Naifea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356239" y="0"/>
            <a:ext cx="9941237" cy="10287000"/>
            <a:chOff x="0" y="0"/>
            <a:chExt cx="1540158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40158" cy="1593725"/>
            </a:xfrm>
            <a:custGeom>
              <a:avLst/>
              <a:gdLst/>
              <a:ahLst/>
              <a:cxnLst/>
              <a:rect l="l" t="t" r="r" b="b"/>
              <a:pathLst>
                <a:path w="1540158" h="1593725">
                  <a:moveTo>
                    <a:pt x="77877" y="0"/>
                  </a:moveTo>
                  <a:lnTo>
                    <a:pt x="1462281" y="0"/>
                  </a:lnTo>
                  <a:cubicBezTo>
                    <a:pt x="1482935" y="0"/>
                    <a:pt x="1502744" y="8205"/>
                    <a:pt x="1517348" y="22810"/>
                  </a:cubicBezTo>
                  <a:cubicBezTo>
                    <a:pt x="1531953" y="37414"/>
                    <a:pt x="1540158" y="57223"/>
                    <a:pt x="1540158" y="77877"/>
                  </a:cubicBezTo>
                  <a:lnTo>
                    <a:pt x="1540158" y="1515849"/>
                  </a:lnTo>
                  <a:cubicBezTo>
                    <a:pt x="1540158" y="1536503"/>
                    <a:pt x="1531953" y="1556311"/>
                    <a:pt x="1517348" y="1570916"/>
                  </a:cubicBezTo>
                  <a:cubicBezTo>
                    <a:pt x="1502744" y="1585521"/>
                    <a:pt x="1482935" y="1593725"/>
                    <a:pt x="1462281" y="1593725"/>
                  </a:cubicBezTo>
                  <a:lnTo>
                    <a:pt x="77877" y="1593725"/>
                  </a:lnTo>
                  <a:cubicBezTo>
                    <a:pt x="57223" y="1593725"/>
                    <a:pt x="37414" y="1585521"/>
                    <a:pt x="22810" y="1570916"/>
                  </a:cubicBezTo>
                  <a:cubicBezTo>
                    <a:pt x="8205" y="1556311"/>
                    <a:pt x="0" y="1536503"/>
                    <a:pt x="0" y="1515849"/>
                  </a:cubicBezTo>
                  <a:lnTo>
                    <a:pt x="0" y="77877"/>
                  </a:lnTo>
                  <a:cubicBezTo>
                    <a:pt x="0" y="57223"/>
                    <a:pt x="8205" y="37414"/>
                    <a:pt x="22810" y="22810"/>
                  </a:cubicBezTo>
                  <a:cubicBezTo>
                    <a:pt x="37414" y="8205"/>
                    <a:pt x="57223" y="0"/>
                    <a:pt x="77877" y="0"/>
                  </a:cubicBezTo>
                  <a:close/>
                </a:path>
              </a:pathLst>
            </a:custGeom>
            <a:blipFill>
              <a:blip r:embed="rId2"/>
              <a:stretch>
                <a:fillRect t="-12238" b="-12238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980750" y="5578108"/>
            <a:ext cx="4544233" cy="5056983"/>
            <a:chOff x="0" y="0"/>
            <a:chExt cx="812800" cy="90451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904513"/>
            </a:xfrm>
            <a:custGeom>
              <a:avLst/>
              <a:gdLst/>
              <a:ahLst/>
              <a:cxnLst/>
              <a:rect l="l" t="t" r="r" b="b"/>
              <a:pathLst>
                <a:path w="812800" h="904513">
                  <a:moveTo>
                    <a:pt x="86888" y="0"/>
                  </a:moveTo>
                  <a:lnTo>
                    <a:pt x="725912" y="0"/>
                  </a:lnTo>
                  <a:cubicBezTo>
                    <a:pt x="773899" y="0"/>
                    <a:pt x="812800" y="38901"/>
                    <a:pt x="812800" y="86888"/>
                  </a:cubicBezTo>
                  <a:lnTo>
                    <a:pt x="812800" y="817625"/>
                  </a:lnTo>
                  <a:cubicBezTo>
                    <a:pt x="812800" y="840669"/>
                    <a:pt x="803646" y="862769"/>
                    <a:pt x="787351" y="879064"/>
                  </a:cubicBezTo>
                  <a:cubicBezTo>
                    <a:pt x="771057" y="895358"/>
                    <a:pt x="748956" y="904513"/>
                    <a:pt x="725912" y="904513"/>
                  </a:cubicBezTo>
                  <a:lnTo>
                    <a:pt x="86888" y="904513"/>
                  </a:lnTo>
                  <a:cubicBezTo>
                    <a:pt x="38901" y="904513"/>
                    <a:pt x="0" y="865612"/>
                    <a:pt x="0" y="817625"/>
                  </a:cubicBezTo>
                  <a:lnTo>
                    <a:pt x="0" y="86888"/>
                  </a:lnTo>
                  <a:cubicBezTo>
                    <a:pt x="0" y="38901"/>
                    <a:pt x="38901" y="0"/>
                    <a:pt x="86888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812800" cy="9616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211109" y="2701942"/>
            <a:ext cx="7987806" cy="1760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36"/>
              </a:lnSpc>
            </a:pPr>
            <a:r>
              <a:rPr lang="en-US" sz="9740" b="1">
                <a:solidFill>
                  <a:srgbClr val="364B50"/>
                </a:solidFill>
                <a:latin typeface="Poppins Bold"/>
                <a:ea typeface="Poppins Bold"/>
                <a:cs typeface="Poppins Bold"/>
                <a:sym typeface="Poppins Bold"/>
              </a:rPr>
              <a:t>ESTEIRA DE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11109" y="3991927"/>
            <a:ext cx="7720132" cy="1760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36"/>
              </a:lnSpc>
            </a:pPr>
            <a:r>
              <a:rPr lang="en-US" sz="9740" b="1">
                <a:solidFill>
                  <a:srgbClr val="364B50"/>
                </a:solidFill>
                <a:latin typeface="Poppins Bold"/>
                <a:ea typeface="Poppins Bold"/>
                <a:cs typeface="Poppins Bold"/>
                <a:sym typeface="Poppins Bold"/>
              </a:rPr>
              <a:t>SEPARAÇÃO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52400" y="8202338"/>
            <a:ext cx="5257800" cy="2046563"/>
            <a:chOff x="0" y="-47625"/>
            <a:chExt cx="7010399" cy="2045203"/>
          </a:xfrm>
        </p:grpSpPr>
        <p:sp>
          <p:nvSpPr>
            <p:cNvPr id="10" name="TextBox 10"/>
            <p:cNvSpPr txBox="1"/>
            <p:nvPr/>
          </p:nvSpPr>
          <p:spPr>
            <a:xfrm>
              <a:off x="0" y="1166162"/>
              <a:ext cx="5454180" cy="4268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99"/>
                </a:lnSpc>
                <a:spcBef>
                  <a:spcPct val="0"/>
                </a:spcBef>
              </a:pPr>
              <a:r>
                <a:rPr lang="en-US" sz="1928" b="1" dirty="0">
                  <a:solidFill>
                    <a:srgbClr val="929292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João Vitor Santos Wohl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7010399" cy="32871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699"/>
                </a:lnSpc>
                <a:spcBef>
                  <a:spcPct val="0"/>
                </a:spcBef>
              </a:pPr>
              <a:r>
                <a:rPr lang="en-US" sz="1928" b="1" dirty="0">
                  <a:solidFill>
                    <a:srgbClr val="929292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Bruno Gustavo </a:t>
              </a:r>
              <a:r>
                <a:rPr lang="en-US" sz="1928" b="1" dirty="0" err="1">
                  <a:solidFill>
                    <a:srgbClr val="929292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Micolaeski</a:t>
              </a:r>
              <a:r>
                <a:rPr lang="en-US" sz="1928" b="1" dirty="0">
                  <a:solidFill>
                    <a:srgbClr val="929292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 Machado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356971"/>
              <a:ext cx="5454180" cy="4268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99"/>
                </a:lnSpc>
                <a:spcBef>
                  <a:spcPct val="0"/>
                </a:spcBef>
              </a:pPr>
              <a:r>
                <a:rPr lang="en-US" sz="1928" b="1">
                  <a:solidFill>
                    <a:srgbClr val="929292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Cauê Candido Pires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761566"/>
              <a:ext cx="5454180" cy="4268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99"/>
                </a:lnSpc>
                <a:spcBef>
                  <a:spcPct val="0"/>
                </a:spcBef>
              </a:pPr>
              <a:r>
                <a:rPr lang="en-US" sz="1928" b="1">
                  <a:solidFill>
                    <a:srgbClr val="929292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Gustavo Pereira da Silva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570757"/>
              <a:ext cx="5454180" cy="4268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99"/>
                </a:lnSpc>
                <a:spcBef>
                  <a:spcPct val="0"/>
                </a:spcBef>
              </a:pPr>
              <a:r>
                <a:rPr lang="en-US" sz="1928" b="1">
                  <a:solidFill>
                    <a:srgbClr val="929292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Vicente Matheus de Souza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211109" y="5475968"/>
            <a:ext cx="10392141" cy="1760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36"/>
              </a:lnSpc>
            </a:pPr>
            <a:r>
              <a:rPr lang="en-US" sz="9740" b="1">
                <a:solidFill>
                  <a:srgbClr val="364B50"/>
                </a:solidFill>
                <a:latin typeface="Poppins Bold"/>
                <a:ea typeface="Poppins Bold"/>
                <a:cs typeface="Poppins Bold"/>
                <a:sym typeface="Poppins Bold"/>
              </a:rPr>
              <a:t>AUTOMATIZADA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4B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059006" y="1038225"/>
            <a:ext cx="4400671" cy="6440499"/>
            <a:chOff x="0" y="0"/>
            <a:chExt cx="681779" cy="99780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81779" cy="997802"/>
            </a:xfrm>
            <a:custGeom>
              <a:avLst/>
              <a:gdLst/>
              <a:ahLst/>
              <a:cxnLst/>
              <a:rect l="l" t="t" r="r" b="b"/>
              <a:pathLst>
                <a:path w="681779" h="997802">
                  <a:moveTo>
                    <a:pt x="70370" y="0"/>
                  </a:moveTo>
                  <a:lnTo>
                    <a:pt x="611409" y="0"/>
                  </a:lnTo>
                  <a:cubicBezTo>
                    <a:pt x="630072" y="0"/>
                    <a:pt x="647971" y="7414"/>
                    <a:pt x="661168" y="20611"/>
                  </a:cubicBezTo>
                  <a:cubicBezTo>
                    <a:pt x="674365" y="33808"/>
                    <a:pt x="681779" y="51707"/>
                    <a:pt x="681779" y="70370"/>
                  </a:cubicBezTo>
                  <a:lnTo>
                    <a:pt x="681779" y="927431"/>
                  </a:lnTo>
                  <a:cubicBezTo>
                    <a:pt x="681779" y="946095"/>
                    <a:pt x="674365" y="963994"/>
                    <a:pt x="661168" y="977191"/>
                  </a:cubicBezTo>
                  <a:cubicBezTo>
                    <a:pt x="647971" y="990388"/>
                    <a:pt x="630072" y="997802"/>
                    <a:pt x="611409" y="997802"/>
                  </a:cubicBezTo>
                  <a:lnTo>
                    <a:pt x="70370" y="997802"/>
                  </a:lnTo>
                  <a:cubicBezTo>
                    <a:pt x="51707" y="997802"/>
                    <a:pt x="33808" y="990388"/>
                    <a:pt x="20611" y="977191"/>
                  </a:cubicBezTo>
                  <a:cubicBezTo>
                    <a:pt x="7414" y="963994"/>
                    <a:pt x="0" y="946095"/>
                    <a:pt x="0" y="927431"/>
                  </a:cubicBezTo>
                  <a:lnTo>
                    <a:pt x="0" y="70370"/>
                  </a:lnTo>
                  <a:cubicBezTo>
                    <a:pt x="0" y="51707"/>
                    <a:pt x="7414" y="33808"/>
                    <a:pt x="20611" y="20611"/>
                  </a:cubicBezTo>
                  <a:cubicBezTo>
                    <a:pt x="33808" y="7414"/>
                    <a:pt x="51707" y="0"/>
                    <a:pt x="70370" y="0"/>
                  </a:cubicBezTo>
                  <a:close/>
                </a:path>
              </a:pathLst>
            </a:custGeom>
            <a:blipFill>
              <a:blip r:embed="rId2"/>
              <a:stretch>
                <a:fillRect l="-47568" r="-47568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2849104" y="2808276"/>
            <a:ext cx="4400671" cy="6440499"/>
            <a:chOff x="0" y="0"/>
            <a:chExt cx="681779" cy="99780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81779" cy="997802"/>
            </a:xfrm>
            <a:custGeom>
              <a:avLst/>
              <a:gdLst/>
              <a:ahLst/>
              <a:cxnLst/>
              <a:rect l="l" t="t" r="r" b="b"/>
              <a:pathLst>
                <a:path w="681779" h="997802">
                  <a:moveTo>
                    <a:pt x="70370" y="0"/>
                  </a:moveTo>
                  <a:lnTo>
                    <a:pt x="611409" y="0"/>
                  </a:lnTo>
                  <a:cubicBezTo>
                    <a:pt x="630072" y="0"/>
                    <a:pt x="647971" y="7414"/>
                    <a:pt x="661168" y="20611"/>
                  </a:cubicBezTo>
                  <a:cubicBezTo>
                    <a:pt x="674365" y="33808"/>
                    <a:pt x="681779" y="51707"/>
                    <a:pt x="681779" y="70370"/>
                  </a:cubicBezTo>
                  <a:lnTo>
                    <a:pt x="681779" y="927431"/>
                  </a:lnTo>
                  <a:cubicBezTo>
                    <a:pt x="681779" y="946095"/>
                    <a:pt x="674365" y="963994"/>
                    <a:pt x="661168" y="977191"/>
                  </a:cubicBezTo>
                  <a:cubicBezTo>
                    <a:pt x="647971" y="990388"/>
                    <a:pt x="630072" y="997802"/>
                    <a:pt x="611409" y="997802"/>
                  </a:cubicBezTo>
                  <a:lnTo>
                    <a:pt x="70370" y="997802"/>
                  </a:lnTo>
                  <a:cubicBezTo>
                    <a:pt x="51707" y="997802"/>
                    <a:pt x="33808" y="990388"/>
                    <a:pt x="20611" y="977191"/>
                  </a:cubicBezTo>
                  <a:cubicBezTo>
                    <a:pt x="7414" y="963994"/>
                    <a:pt x="0" y="946095"/>
                    <a:pt x="0" y="927431"/>
                  </a:cubicBezTo>
                  <a:lnTo>
                    <a:pt x="0" y="70370"/>
                  </a:lnTo>
                  <a:cubicBezTo>
                    <a:pt x="0" y="51707"/>
                    <a:pt x="7414" y="33808"/>
                    <a:pt x="20611" y="20611"/>
                  </a:cubicBezTo>
                  <a:cubicBezTo>
                    <a:pt x="33808" y="7414"/>
                    <a:pt x="51707" y="0"/>
                    <a:pt x="70370" y="0"/>
                  </a:cubicBezTo>
                  <a:close/>
                </a:path>
              </a:pathLst>
            </a:custGeom>
            <a:blipFill>
              <a:blip r:embed="rId3"/>
              <a:stretch>
                <a:fillRect l="-59964" r="-59964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059006" y="7810500"/>
            <a:ext cx="4400671" cy="3086100"/>
            <a:chOff x="0" y="0"/>
            <a:chExt cx="1159025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59025" cy="812800"/>
            </a:xfrm>
            <a:custGeom>
              <a:avLst/>
              <a:gdLst/>
              <a:ahLst/>
              <a:cxnLst/>
              <a:rect l="l" t="t" r="r" b="b"/>
              <a:pathLst>
                <a:path w="1159025" h="812800">
                  <a:moveTo>
                    <a:pt x="70370" y="0"/>
                  </a:moveTo>
                  <a:lnTo>
                    <a:pt x="1088654" y="0"/>
                  </a:lnTo>
                  <a:cubicBezTo>
                    <a:pt x="1107318" y="0"/>
                    <a:pt x="1125217" y="7414"/>
                    <a:pt x="1138414" y="20611"/>
                  </a:cubicBezTo>
                  <a:cubicBezTo>
                    <a:pt x="1151611" y="33808"/>
                    <a:pt x="1159025" y="51707"/>
                    <a:pt x="1159025" y="70370"/>
                  </a:cubicBezTo>
                  <a:lnTo>
                    <a:pt x="1159025" y="742430"/>
                  </a:lnTo>
                  <a:cubicBezTo>
                    <a:pt x="1159025" y="761093"/>
                    <a:pt x="1151611" y="778992"/>
                    <a:pt x="1138414" y="792189"/>
                  </a:cubicBezTo>
                  <a:cubicBezTo>
                    <a:pt x="1125217" y="805386"/>
                    <a:pt x="1107318" y="812800"/>
                    <a:pt x="1088654" y="812800"/>
                  </a:cubicBezTo>
                  <a:lnTo>
                    <a:pt x="70370" y="812800"/>
                  </a:lnTo>
                  <a:cubicBezTo>
                    <a:pt x="51707" y="812800"/>
                    <a:pt x="33808" y="805386"/>
                    <a:pt x="20611" y="792189"/>
                  </a:cubicBezTo>
                  <a:cubicBezTo>
                    <a:pt x="7414" y="778992"/>
                    <a:pt x="0" y="761093"/>
                    <a:pt x="0" y="742430"/>
                  </a:cubicBezTo>
                  <a:lnTo>
                    <a:pt x="0" y="70370"/>
                  </a:lnTo>
                  <a:cubicBezTo>
                    <a:pt x="0" y="51707"/>
                    <a:pt x="7414" y="33808"/>
                    <a:pt x="20611" y="20611"/>
                  </a:cubicBezTo>
                  <a:cubicBezTo>
                    <a:pt x="33808" y="7414"/>
                    <a:pt x="51707" y="0"/>
                    <a:pt x="70370" y="0"/>
                  </a:cubicBezTo>
                  <a:close/>
                </a:path>
              </a:pathLst>
            </a:custGeom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1159025" cy="869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699324" y="-609600"/>
            <a:ext cx="4400671" cy="3086100"/>
            <a:chOff x="0" y="0"/>
            <a:chExt cx="1159025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59025" cy="812800"/>
            </a:xfrm>
            <a:custGeom>
              <a:avLst/>
              <a:gdLst/>
              <a:ahLst/>
              <a:cxnLst/>
              <a:rect l="l" t="t" r="r" b="b"/>
              <a:pathLst>
                <a:path w="1159025" h="812800">
                  <a:moveTo>
                    <a:pt x="70370" y="0"/>
                  </a:moveTo>
                  <a:lnTo>
                    <a:pt x="1088654" y="0"/>
                  </a:lnTo>
                  <a:cubicBezTo>
                    <a:pt x="1107318" y="0"/>
                    <a:pt x="1125217" y="7414"/>
                    <a:pt x="1138414" y="20611"/>
                  </a:cubicBezTo>
                  <a:cubicBezTo>
                    <a:pt x="1151611" y="33808"/>
                    <a:pt x="1159025" y="51707"/>
                    <a:pt x="1159025" y="70370"/>
                  </a:cubicBezTo>
                  <a:lnTo>
                    <a:pt x="1159025" y="742430"/>
                  </a:lnTo>
                  <a:cubicBezTo>
                    <a:pt x="1159025" y="761093"/>
                    <a:pt x="1151611" y="778992"/>
                    <a:pt x="1138414" y="792189"/>
                  </a:cubicBezTo>
                  <a:cubicBezTo>
                    <a:pt x="1125217" y="805386"/>
                    <a:pt x="1107318" y="812800"/>
                    <a:pt x="1088654" y="812800"/>
                  </a:cubicBezTo>
                  <a:lnTo>
                    <a:pt x="70370" y="812800"/>
                  </a:lnTo>
                  <a:cubicBezTo>
                    <a:pt x="51707" y="812800"/>
                    <a:pt x="33808" y="805386"/>
                    <a:pt x="20611" y="792189"/>
                  </a:cubicBezTo>
                  <a:cubicBezTo>
                    <a:pt x="7414" y="778992"/>
                    <a:pt x="0" y="761093"/>
                    <a:pt x="0" y="742430"/>
                  </a:cubicBezTo>
                  <a:lnTo>
                    <a:pt x="0" y="70370"/>
                  </a:lnTo>
                  <a:cubicBezTo>
                    <a:pt x="0" y="51707"/>
                    <a:pt x="7414" y="33808"/>
                    <a:pt x="20611" y="20611"/>
                  </a:cubicBezTo>
                  <a:cubicBezTo>
                    <a:pt x="33808" y="7414"/>
                    <a:pt x="51707" y="0"/>
                    <a:pt x="70370" y="0"/>
                  </a:cubicBezTo>
                  <a:close/>
                </a:path>
              </a:pathLst>
            </a:custGeom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1159025" cy="869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08653" y="1038225"/>
            <a:ext cx="7024864" cy="5370547"/>
            <a:chOff x="0" y="0"/>
            <a:chExt cx="1850170" cy="141446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50170" cy="1414465"/>
            </a:xfrm>
            <a:custGeom>
              <a:avLst/>
              <a:gdLst/>
              <a:ahLst/>
              <a:cxnLst/>
              <a:rect l="l" t="t" r="r" b="b"/>
              <a:pathLst>
                <a:path w="1850170" h="1414465">
                  <a:moveTo>
                    <a:pt x="38573" y="0"/>
                  </a:moveTo>
                  <a:lnTo>
                    <a:pt x="1811597" y="0"/>
                  </a:lnTo>
                  <a:cubicBezTo>
                    <a:pt x="1832900" y="0"/>
                    <a:pt x="1850170" y="17270"/>
                    <a:pt x="1850170" y="38573"/>
                  </a:cubicBezTo>
                  <a:lnTo>
                    <a:pt x="1850170" y="1375893"/>
                  </a:lnTo>
                  <a:cubicBezTo>
                    <a:pt x="1850170" y="1397196"/>
                    <a:pt x="1832900" y="1414465"/>
                    <a:pt x="1811597" y="1414465"/>
                  </a:cubicBezTo>
                  <a:lnTo>
                    <a:pt x="38573" y="1414465"/>
                  </a:lnTo>
                  <a:cubicBezTo>
                    <a:pt x="17270" y="1414465"/>
                    <a:pt x="0" y="1397196"/>
                    <a:pt x="0" y="1375893"/>
                  </a:cubicBezTo>
                  <a:lnTo>
                    <a:pt x="0" y="38573"/>
                  </a:lnTo>
                  <a:cubicBezTo>
                    <a:pt x="0" y="17270"/>
                    <a:pt x="17270" y="0"/>
                    <a:pt x="3857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1850170" cy="1471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047750" y="1089000"/>
            <a:ext cx="6115050" cy="15341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567"/>
              </a:lnSpc>
            </a:pPr>
            <a:r>
              <a:rPr lang="en-US" sz="8976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 Sistema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2713643"/>
            <a:ext cx="6639781" cy="219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6" lvl="1" indent="-269873" algn="l">
              <a:lnSpc>
                <a:spcPts val="3499"/>
              </a:lnSpc>
              <a:buFont typeface="Arial"/>
              <a:buChar char="•"/>
            </a:pPr>
            <a:r>
              <a:rPr lang="en-US" sz="2499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Esteira</a:t>
            </a:r>
            <a:r>
              <a:rPr lang="en-US" sz="24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499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Separação</a:t>
            </a:r>
            <a:r>
              <a:rPr lang="en-US" sz="24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499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Mercadorias</a:t>
            </a:r>
            <a:endParaRPr lang="en-US" sz="2499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539746" lvl="1" indent="-269873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Sistema Luminoso</a:t>
            </a:r>
          </a:p>
          <a:p>
            <a:pPr marL="539746" lvl="1" indent="-269873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Start e Stop</a:t>
            </a:r>
          </a:p>
          <a:p>
            <a:pPr marL="539746" lvl="1" indent="-269873" algn="l">
              <a:lnSpc>
                <a:spcPts val="3499"/>
              </a:lnSpc>
              <a:buFont typeface="Arial"/>
              <a:buChar char="•"/>
            </a:pPr>
            <a:r>
              <a:rPr lang="en-US" sz="2499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Contagem</a:t>
            </a:r>
            <a:endParaRPr lang="en-US" sz="2499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539746" lvl="1" indent="-269873" algn="l">
              <a:lnSpc>
                <a:spcPts val="3499"/>
              </a:lnSpc>
              <a:buFont typeface="Arial"/>
              <a:buChar char="•"/>
            </a:pPr>
            <a:r>
              <a:rPr lang="en-US" sz="2499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Triagem</a:t>
            </a:r>
            <a:endParaRPr lang="en-US" sz="2499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93460" y="9757329"/>
            <a:ext cx="77242" cy="342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4B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29139" y="2432029"/>
            <a:ext cx="5029723" cy="647045"/>
            <a:chOff x="0" y="0"/>
            <a:chExt cx="1324701" cy="1704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4701" cy="170415"/>
            </a:xfrm>
            <a:custGeom>
              <a:avLst/>
              <a:gdLst/>
              <a:ahLst/>
              <a:cxnLst/>
              <a:rect l="l" t="t" r="r" b="b"/>
              <a:pathLst>
                <a:path w="1324701" h="170415">
                  <a:moveTo>
                    <a:pt x="53873" y="0"/>
                  </a:moveTo>
                  <a:lnTo>
                    <a:pt x="1270828" y="0"/>
                  </a:lnTo>
                  <a:cubicBezTo>
                    <a:pt x="1285116" y="0"/>
                    <a:pt x="1298818" y="5676"/>
                    <a:pt x="1308922" y="15779"/>
                  </a:cubicBezTo>
                  <a:cubicBezTo>
                    <a:pt x="1319025" y="25882"/>
                    <a:pt x="1324701" y="39585"/>
                    <a:pt x="1324701" y="53873"/>
                  </a:cubicBezTo>
                  <a:lnTo>
                    <a:pt x="1324701" y="116542"/>
                  </a:lnTo>
                  <a:cubicBezTo>
                    <a:pt x="1324701" y="130830"/>
                    <a:pt x="1319025" y="144533"/>
                    <a:pt x="1308922" y="154636"/>
                  </a:cubicBezTo>
                  <a:cubicBezTo>
                    <a:pt x="1298818" y="164739"/>
                    <a:pt x="1285116" y="170415"/>
                    <a:pt x="1270828" y="170415"/>
                  </a:cubicBezTo>
                  <a:lnTo>
                    <a:pt x="53873" y="170415"/>
                  </a:lnTo>
                  <a:cubicBezTo>
                    <a:pt x="39585" y="170415"/>
                    <a:pt x="25882" y="164739"/>
                    <a:pt x="15779" y="154636"/>
                  </a:cubicBezTo>
                  <a:cubicBezTo>
                    <a:pt x="5676" y="144533"/>
                    <a:pt x="0" y="130830"/>
                    <a:pt x="0" y="116542"/>
                  </a:cubicBezTo>
                  <a:lnTo>
                    <a:pt x="0" y="53873"/>
                  </a:lnTo>
                  <a:cubicBezTo>
                    <a:pt x="0" y="39585"/>
                    <a:pt x="5676" y="25882"/>
                    <a:pt x="15779" y="15779"/>
                  </a:cubicBezTo>
                  <a:cubicBezTo>
                    <a:pt x="25882" y="5676"/>
                    <a:pt x="39585" y="0"/>
                    <a:pt x="53873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324701" cy="2275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409198" y="5313680"/>
            <a:ext cx="3086100" cy="3390545"/>
            <a:chOff x="0" y="0"/>
            <a:chExt cx="812800" cy="89298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92983"/>
            </a:xfrm>
            <a:custGeom>
              <a:avLst/>
              <a:gdLst/>
              <a:ahLst/>
              <a:cxnLst/>
              <a:rect l="l" t="t" r="r" b="b"/>
              <a:pathLst>
                <a:path w="812800" h="892983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765042"/>
                  </a:lnTo>
                  <a:cubicBezTo>
                    <a:pt x="812800" y="798974"/>
                    <a:pt x="799321" y="831517"/>
                    <a:pt x="775327" y="855510"/>
                  </a:cubicBezTo>
                  <a:cubicBezTo>
                    <a:pt x="751333" y="879504"/>
                    <a:pt x="718791" y="892983"/>
                    <a:pt x="684859" y="892983"/>
                  </a:cubicBezTo>
                  <a:lnTo>
                    <a:pt x="127941" y="892983"/>
                  </a:lnTo>
                  <a:cubicBezTo>
                    <a:pt x="94009" y="892983"/>
                    <a:pt x="61467" y="879504"/>
                    <a:pt x="37473" y="855510"/>
                  </a:cubicBezTo>
                  <a:cubicBezTo>
                    <a:pt x="13479" y="831517"/>
                    <a:pt x="0" y="798974"/>
                    <a:pt x="0" y="765042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812800" cy="9501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613087" y="5313680"/>
            <a:ext cx="3086100" cy="3390545"/>
            <a:chOff x="0" y="0"/>
            <a:chExt cx="812800" cy="89298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92983"/>
            </a:xfrm>
            <a:custGeom>
              <a:avLst/>
              <a:gdLst/>
              <a:ahLst/>
              <a:cxnLst/>
              <a:rect l="l" t="t" r="r" b="b"/>
              <a:pathLst>
                <a:path w="812800" h="892983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765042"/>
                  </a:lnTo>
                  <a:cubicBezTo>
                    <a:pt x="812800" y="798974"/>
                    <a:pt x="799321" y="831517"/>
                    <a:pt x="775327" y="855510"/>
                  </a:cubicBezTo>
                  <a:cubicBezTo>
                    <a:pt x="751333" y="879504"/>
                    <a:pt x="718791" y="892983"/>
                    <a:pt x="684859" y="892983"/>
                  </a:cubicBezTo>
                  <a:lnTo>
                    <a:pt x="127941" y="892983"/>
                  </a:lnTo>
                  <a:cubicBezTo>
                    <a:pt x="94009" y="892983"/>
                    <a:pt x="61467" y="879504"/>
                    <a:pt x="37473" y="855510"/>
                  </a:cubicBezTo>
                  <a:cubicBezTo>
                    <a:pt x="13479" y="831517"/>
                    <a:pt x="0" y="798974"/>
                    <a:pt x="0" y="765042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812800" cy="9501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60107" y="9258300"/>
            <a:ext cx="16767786" cy="3390545"/>
            <a:chOff x="0" y="0"/>
            <a:chExt cx="4416207" cy="89298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416207" cy="892983"/>
            </a:xfrm>
            <a:custGeom>
              <a:avLst/>
              <a:gdLst/>
              <a:ahLst/>
              <a:cxnLst/>
              <a:rect l="l" t="t" r="r" b="b"/>
              <a:pathLst>
                <a:path w="4416207" h="892983">
                  <a:moveTo>
                    <a:pt x="23547" y="0"/>
                  </a:moveTo>
                  <a:lnTo>
                    <a:pt x="4392659" y="0"/>
                  </a:lnTo>
                  <a:cubicBezTo>
                    <a:pt x="4405664" y="0"/>
                    <a:pt x="4416207" y="10543"/>
                    <a:pt x="4416207" y="23547"/>
                  </a:cubicBezTo>
                  <a:lnTo>
                    <a:pt x="4416207" y="869436"/>
                  </a:lnTo>
                  <a:cubicBezTo>
                    <a:pt x="4416207" y="882441"/>
                    <a:pt x="4405664" y="892983"/>
                    <a:pt x="4392659" y="892983"/>
                  </a:cubicBezTo>
                  <a:lnTo>
                    <a:pt x="23547" y="892983"/>
                  </a:lnTo>
                  <a:cubicBezTo>
                    <a:pt x="10543" y="892983"/>
                    <a:pt x="0" y="882441"/>
                    <a:pt x="0" y="869436"/>
                  </a:cubicBezTo>
                  <a:lnTo>
                    <a:pt x="0" y="23547"/>
                  </a:lnTo>
                  <a:cubicBezTo>
                    <a:pt x="0" y="10543"/>
                    <a:pt x="10543" y="0"/>
                    <a:pt x="23547" y="0"/>
                  </a:cubicBezTo>
                  <a:close/>
                </a:path>
              </a:pathLst>
            </a:custGeom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4416207" cy="9501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2759952" y="3688674"/>
            <a:ext cx="12768097" cy="5135931"/>
          </a:xfrm>
          <a:custGeom>
            <a:avLst/>
            <a:gdLst/>
            <a:ahLst/>
            <a:cxnLst/>
            <a:rect l="l" t="t" r="r" b="b"/>
            <a:pathLst>
              <a:path w="12768097" h="5135931">
                <a:moveTo>
                  <a:pt x="0" y="0"/>
                </a:moveTo>
                <a:lnTo>
                  <a:pt x="12768096" y="0"/>
                </a:lnTo>
                <a:lnTo>
                  <a:pt x="12768096" y="5135931"/>
                </a:lnTo>
                <a:lnTo>
                  <a:pt x="0" y="51359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5" name="TextBox 15"/>
          <p:cNvSpPr txBox="1"/>
          <p:nvPr/>
        </p:nvSpPr>
        <p:spPr>
          <a:xfrm>
            <a:off x="2707137" y="212106"/>
            <a:ext cx="12873726" cy="1610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67"/>
              </a:lnSpc>
            </a:pPr>
            <a:r>
              <a:rPr lang="en-US" sz="8976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Lógica da Automação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88250" y="2475516"/>
            <a:ext cx="4711501" cy="483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699" b="1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Sistema Liga/Desliga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62653" y="9757329"/>
            <a:ext cx="138857" cy="342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4B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29139" y="2432029"/>
            <a:ext cx="5029723" cy="647045"/>
            <a:chOff x="0" y="0"/>
            <a:chExt cx="1324701" cy="1704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4701" cy="170415"/>
            </a:xfrm>
            <a:custGeom>
              <a:avLst/>
              <a:gdLst/>
              <a:ahLst/>
              <a:cxnLst/>
              <a:rect l="l" t="t" r="r" b="b"/>
              <a:pathLst>
                <a:path w="1324701" h="170415">
                  <a:moveTo>
                    <a:pt x="53873" y="0"/>
                  </a:moveTo>
                  <a:lnTo>
                    <a:pt x="1270828" y="0"/>
                  </a:lnTo>
                  <a:cubicBezTo>
                    <a:pt x="1285116" y="0"/>
                    <a:pt x="1298818" y="5676"/>
                    <a:pt x="1308922" y="15779"/>
                  </a:cubicBezTo>
                  <a:cubicBezTo>
                    <a:pt x="1319025" y="25882"/>
                    <a:pt x="1324701" y="39585"/>
                    <a:pt x="1324701" y="53873"/>
                  </a:cubicBezTo>
                  <a:lnTo>
                    <a:pt x="1324701" y="116542"/>
                  </a:lnTo>
                  <a:cubicBezTo>
                    <a:pt x="1324701" y="130830"/>
                    <a:pt x="1319025" y="144533"/>
                    <a:pt x="1308922" y="154636"/>
                  </a:cubicBezTo>
                  <a:cubicBezTo>
                    <a:pt x="1298818" y="164739"/>
                    <a:pt x="1285116" y="170415"/>
                    <a:pt x="1270828" y="170415"/>
                  </a:cubicBezTo>
                  <a:lnTo>
                    <a:pt x="53873" y="170415"/>
                  </a:lnTo>
                  <a:cubicBezTo>
                    <a:pt x="39585" y="170415"/>
                    <a:pt x="25882" y="164739"/>
                    <a:pt x="15779" y="154636"/>
                  </a:cubicBezTo>
                  <a:cubicBezTo>
                    <a:pt x="5676" y="144533"/>
                    <a:pt x="0" y="130830"/>
                    <a:pt x="0" y="116542"/>
                  </a:cubicBezTo>
                  <a:lnTo>
                    <a:pt x="0" y="53873"/>
                  </a:lnTo>
                  <a:cubicBezTo>
                    <a:pt x="0" y="39585"/>
                    <a:pt x="5676" y="25882"/>
                    <a:pt x="15779" y="15779"/>
                  </a:cubicBezTo>
                  <a:cubicBezTo>
                    <a:pt x="25882" y="5676"/>
                    <a:pt x="39585" y="0"/>
                    <a:pt x="53873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324701" cy="2275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409198" y="5313680"/>
            <a:ext cx="3086100" cy="3390545"/>
            <a:chOff x="0" y="0"/>
            <a:chExt cx="812800" cy="89298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92983"/>
            </a:xfrm>
            <a:custGeom>
              <a:avLst/>
              <a:gdLst/>
              <a:ahLst/>
              <a:cxnLst/>
              <a:rect l="l" t="t" r="r" b="b"/>
              <a:pathLst>
                <a:path w="812800" h="892983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765042"/>
                  </a:lnTo>
                  <a:cubicBezTo>
                    <a:pt x="812800" y="798974"/>
                    <a:pt x="799321" y="831517"/>
                    <a:pt x="775327" y="855510"/>
                  </a:cubicBezTo>
                  <a:cubicBezTo>
                    <a:pt x="751333" y="879504"/>
                    <a:pt x="718791" y="892983"/>
                    <a:pt x="684859" y="892983"/>
                  </a:cubicBezTo>
                  <a:lnTo>
                    <a:pt x="127941" y="892983"/>
                  </a:lnTo>
                  <a:cubicBezTo>
                    <a:pt x="94009" y="892983"/>
                    <a:pt x="61467" y="879504"/>
                    <a:pt x="37473" y="855510"/>
                  </a:cubicBezTo>
                  <a:cubicBezTo>
                    <a:pt x="13479" y="831517"/>
                    <a:pt x="0" y="798974"/>
                    <a:pt x="0" y="765042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812800" cy="9501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613087" y="5313680"/>
            <a:ext cx="3086100" cy="3390545"/>
            <a:chOff x="0" y="0"/>
            <a:chExt cx="812800" cy="89298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92983"/>
            </a:xfrm>
            <a:custGeom>
              <a:avLst/>
              <a:gdLst/>
              <a:ahLst/>
              <a:cxnLst/>
              <a:rect l="l" t="t" r="r" b="b"/>
              <a:pathLst>
                <a:path w="812800" h="892983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765042"/>
                  </a:lnTo>
                  <a:cubicBezTo>
                    <a:pt x="812800" y="798974"/>
                    <a:pt x="799321" y="831517"/>
                    <a:pt x="775327" y="855510"/>
                  </a:cubicBezTo>
                  <a:cubicBezTo>
                    <a:pt x="751333" y="879504"/>
                    <a:pt x="718791" y="892983"/>
                    <a:pt x="684859" y="892983"/>
                  </a:cubicBezTo>
                  <a:lnTo>
                    <a:pt x="127941" y="892983"/>
                  </a:lnTo>
                  <a:cubicBezTo>
                    <a:pt x="94009" y="892983"/>
                    <a:pt x="61467" y="879504"/>
                    <a:pt x="37473" y="855510"/>
                  </a:cubicBezTo>
                  <a:cubicBezTo>
                    <a:pt x="13479" y="831517"/>
                    <a:pt x="0" y="798974"/>
                    <a:pt x="0" y="765042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812800" cy="9501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60107" y="9258300"/>
            <a:ext cx="16767786" cy="3390545"/>
            <a:chOff x="0" y="0"/>
            <a:chExt cx="4416207" cy="89298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416207" cy="892983"/>
            </a:xfrm>
            <a:custGeom>
              <a:avLst/>
              <a:gdLst/>
              <a:ahLst/>
              <a:cxnLst/>
              <a:rect l="l" t="t" r="r" b="b"/>
              <a:pathLst>
                <a:path w="4416207" h="892983">
                  <a:moveTo>
                    <a:pt x="23547" y="0"/>
                  </a:moveTo>
                  <a:lnTo>
                    <a:pt x="4392659" y="0"/>
                  </a:lnTo>
                  <a:cubicBezTo>
                    <a:pt x="4405664" y="0"/>
                    <a:pt x="4416207" y="10543"/>
                    <a:pt x="4416207" y="23547"/>
                  </a:cubicBezTo>
                  <a:lnTo>
                    <a:pt x="4416207" y="869436"/>
                  </a:lnTo>
                  <a:cubicBezTo>
                    <a:pt x="4416207" y="882441"/>
                    <a:pt x="4405664" y="892983"/>
                    <a:pt x="4392659" y="892983"/>
                  </a:cubicBezTo>
                  <a:lnTo>
                    <a:pt x="23547" y="892983"/>
                  </a:lnTo>
                  <a:cubicBezTo>
                    <a:pt x="10543" y="892983"/>
                    <a:pt x="0" y="882441"/>
                    <a:pt x="0" y="869436"/>
                  </a:cubicBezTo>
                  <a:lnTo>
                    <a:pt x="0" y="23547"/>
                  </a:lnTo>
                  <a:cubicBezTo>
                    <a:pt x="0" y="10543"/>
                    <a:pt x="10543" y="0"/>
                    <a:pt x="23547" y="0"/>
                  </a:cubicBezTo>
                  <a:close/>
                </a:path>
              </a:pathLst>
            </a:custGeom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4416207" cy="9501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2759952" y="3688674"/>
            <a:ext cx="12768097" cy="5135931"/>
          </a:xfrm>
          <a:custGeom>
            <a:avLst/>
            <a:gdLst/>
            <a:ahLst/>
            <a:cxnLst/>
            <a:rect l="l" t="t" r="r" b="b"/>
            <a:pathLst>
              <a:path w="12768097" h="5135931">
                <a:moveTo>
                  <a:pt x="0" y="0"/>
                </a:moveTo>
                <a:lnTo>
                  <a:pt x="12768096" y="0"/>
                </a:lnTo>
                <a:lnTo>
                  <a:pt x="12768096" y="5135931"/>
                </a:lnTo>
                <a:lnTo>
                  <a:pt x="0" y="51359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76" b="-1076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5" name="TextBox 15"/>
          <p:cNvSpPr txBox="1"/>
          <p:nvPr/>
        </p:nvSpPr>
        <p:spPr>
          <a:xfrm>
            <a:off x="2707137" y="212106"/>
            <a:ext cx="12873726" cy="1610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67"/>
              </a:lnSpc>
            </a:pPr>
            <a:r>
              <a:rPr lang="en-US" sz="8976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Lógica da Automação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88250" y="2475516"/>
            <a:ext cx="4711501" cy="483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699" b="1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Sistema de Contagem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61016" y="9757329"/>
            <a:ext cx="142131" cy="342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4B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29139" y="2432029"/>
            <a:ext cx="5029723" cy="647045"/>
            <a:chOff x="0" y="0"/>
            <a:chExt cx="1324701" cy="1704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4701" cy="170415"/>
            </a:xfrm>
            <a:custGeom>
              <a:avLst/>
              <a:gdLst/>
              <a:ahLst/>
              <a:cxnLst/>
              <a:rect l="l" t="t" r="r" b="b"/>
              <a:pathLst>
                <a:path w="1324701" h="170415">
                  <a:moveTo>
                    <a:pt x="53873" y="0"/>
                  </a:moveTo>
                  <a:lnTo>
                    <a:pt x="1270828" y="0"/>
                  </a:lnTo>
                  <a:cubicBezTo>
                    <a:pt x="1285116" y="0"/>
                    <a:pt x="1298818" y="5676"/>
                    <a:pt x="1308922" y="15779"/>
                  </a:cubicBezTo>
                  <a:cubicBezTo>
                    <a:pt x="1319025" y="25882"/>
                    <a:pt x="1324701" y="39585"/>
                    <a:pt x="1324701" y="53873"/>
                  </a:cubicBezTo>
                  <a:lnTo>
                    <a:pt x="1324701" y="116542"/>
                  </a:lnTo>
                  <a:cubicBezTo>
                    <a:pt x="1324701" y="130830"/>
                    <a:pt x="1319025" y="144533"/>
                    <a:pt x="1308922" y="154636"/>
                  </a:cubicBezTo>
                  <a:cubicBezTo>
                    <a:pt x="1298818" y="164739"/>
                    <a:pt x="1285116" y="170415"/>
                    <a:pt x="1270828" y="170415"/>
                  </a:cubicBezTo>
                  <a:lnTo>
                    <a:pt x="53873" y="170415"/>
                  </a:lnTo>
                  <a:cubicBezTo>
                    <a:pt x="39585" y="170415"/>
                    <a:pt x="25882" y="164739"/>
                    <a:pt x="15779" y="154636"/>
                  </a:cubicBezTo>
                  <a:cubicBezTo>
                    <a:pt x="5676" y="144533"/>
                    <a:pt x="0" y="130830"/>
                    <a:pt x="0" y="116542"/>
                  </a:cubicBezTo>
                  <a:lnTo>
                    <a:pt x="0" y="53873"/>
                  </a:lnTo>
                  <a:cubicBezTo>
                    <a:pt x="0" y="39585"/>
                    <a:pt x="5676" y="25882"/>
                    <a:pt x="15779" y="15779"/>
                  </a:cubicBezTo>
                  <a:cubicBezTo>
                    <a:pt x="25882" y="5676"/>
                    <a:pt x="39585" y="0"/>
                    <a:pt x="53873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324701" cy="2275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409198" y="5313680"/>
            <a:ext cx="3086100" cy="3390545"/>
            <a:chOff x="0" y="0"/>
            <a:chExt cx="812800" cy="89298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92983"/>
            </a:xfrm>
            <a:custGeom>
              <a:avLst/>
              <a:gdLst/>
              <a:ahLst/>
              <a:cxnLst/>
              <a:rect l="l" t="t" r="r" b="b"/>
              <a:pathLst>
                <a:path w="812800" h="892983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765042"/>
                  </a:lnTo>
                  <a:cubicBezTo>
                    <a:pt x="812800" y="798974"/>
                    <a:pt x="799321" y="831517"/>
                    <a:pt x="775327" y="855510"/>
                  </a:cubicBezTo>
                  <a:cubicBezTo>
                    <a:pt x="751333" y="879504"/>
                    <a:pt x="718791" y="892983"/>
                    <a:pt x="684859" y="892983"/>
                  </a:cubicBezTo>
                  <a:lnTo>
                    <a:pt x="127941" y="892983"/>
                  </a:lnTo>
                  <a:cubicBezTo>
                    <a:pt x="94009" y="892983"/>
                    <a:pt x="61467" y="879504"/>
                    <a:pt x="37473" y="855510"/>
                  </a:cubicBezTo>
                  <a:cubicBezTo>
                    <a:pt x="13479" y="831517"/>
                    <a:pt x="0" y="798974"/>
                    <a:pt x="0" y="765042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812800" cy="9501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613087" y="5313680"/>
            <a:ext cx="3086100" cy="3390545"/>
            <a:chOff x="0" y="0"/>
            <a:chExt cx="812800" cy="89298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92983"/>
            </a:xfrm>
            <a:custGeom>
              <a:avLst/>
              <a:gdLst/>
              <a:ahLst/>
              <a:cxnLst/>
              <a:rect l="l" t="t" r="r" b="b"/>
              <a:pathLst>
                <a:path w="812800" h="892983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765042"/>
                  </a:lnTo>
                  <a:cubicBezTo>
                    <a:pt x="812800" y="798974"/>
                    <a:pt x="799321" y="831517"/>
                    <a:pt x="775327" y="855510"/>
                  </a:cubicBezTo>
                  <a:cubicBezTo>
                    <a:pt x="751333" y="879504"/>
                    <a:pt x="718791" y="892983"/>
                    <a:pt x="684859" y="892983"/>
                  </a:cubicBezTo>
                  <a:lnTo>
                    <a:pt x="127941" y="892983"/>
                  </a:lnTo>
                  <a:cubicBezTo>
                    <a:pt x="94009" y="892983"/>
                    <a:pt x="61467" y="879504"/>
                    <a:pt x="37473" y="855510"/>
                  </a:cubicBezTo>
                  <a:cubicBezTo>
                    <a:pt x="13479" y="831517"/>
                    <a:pt x="0" y="798974"/>
                    <a:pt x="0" y="765042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812800" cy="9501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60107" y="9258300"/>
            <a:ext cx="16767786" cy="3390545"/>
            <a:chOff x="0" y="0"/>
            <a:chExt cx="4416207" cy="89298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416207" cy="892983"/>
            </a:xfrm>
            <a:custGeom>
              <a:avLst/>
              <a:gdLst/>
              <a:ahLst/>
              <a:cxnLst/>
              <a:rect l="l" t="t" r="r" b="b"/>
              <a:pathLst>
                <a:path w="4416207" h="892983">
                  <a:moveTo>
                    <a:pt x="23547" y="0"/>
                  </a:moveTo>
                  <a:lnTo>
                    <a:pt x="4392659" y="0"/>
                  </a:lnTo>
                  <a:cubicBezTo>
                    <a:pt x="4405664" y="0"/>
                    <a:pt x="4416207" y="10543"/>
                    <a:pt x="4416207" y="23547"/>
                  </a:cubicBezTo>
                  <a:lnTo>
                    <a:pt x="4416207" y="869436"/>
                  </a:lnTo>
                  <a:cubicBezTo>
                    <a:pt x="4416207" y="882441"/>
                    <a:pt x="4405664" y="892983"/>
                    <a:pt x="4392659" y="892983"/>
                  </a:cubicBezTo>
                  <a:lnTo>
                    <a:pt x="23547" y="892983"/>
                  </a:lnTo>
                  <a:cubicBezTo>
                    <a:pt x="10543" y="892983"/>
                    <a:pt x="0" y="882441"/>
                    <a:pt x="0" y="869436"/>
                  </a:cubicBezTo>
                  <a:lnTo>
                    <a:pt x="0" y="23547"/>
                  </a:lnTo>
                  <a:cubicBezTo>
                    <a:pt x="0" y="10543"/>
                    <a:pt x="10543" y="0"/>
                    <a:pt x="23547" y="0"/>
                  </a:cubicBezTo>
                  <a:close/>
                </a:path>
              </a:pathLst>
            </a:custGeom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4416207" cy="9501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2059641" y="6292133"/>
            <a:ext cx="14168718" cy="3175197"/>
          </a:xfrm>
          <a:custGeom>
            <a:avLst/>
            <a:gdLst/>
            <a:ahLst/>
            <a:cxnLst/>
            <a:rect l="l" t="t" r="r" b="b"/>
            <a:pathLst>
              <a:path w="14168718" h="3175197">
                <a:moveTo>
                  <a:pt x="0" y="0"/>
                </a:moveTo>
                <a:lnTo>
                  <a:pt x="14168718" y="0"/>
                </a:lnTo>
                <a:lnTo>
                  <a:pt x="14168718" y="3175197"/>
                </a:lnTo>
                <a:lnTo>
                  <a:pt x="0" y="3175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5" name="TextBox 15"/>
          <p:cNvSpPr txBox="1"/>
          <p:nvPr/>
        </p:nvSpPr>
        <p:spPr>
          <a:xfrm>
            <a:off x="2707137" y="212106"/>
            <a:ext cx="12873726" cy="1610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67"/>
              </a:lnSpc>
            </a:pPr>
            <a:r>
              <a:rPr lang="en-US" sz="8976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Lógica da Automação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88250" y="2475516"/>
            <a:ext cx="4711501" cy="483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699" b="1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SIstema De Triagem</a:t>
            </a:r>
          </a:p>
        </p:txBody>
      </p:sp>
      <p:sp>
        <p:nvSpPr>
          <p:cNvPr id="17" name="Freeform 17"/>
          <p:cNvSpPr/>
          <p:nvPr/>
        </p:nvSpPr>
        <p:spPr>
          <a:xfrm>
            <a:off x="2060635" y="3688674"/>
            <a:ext cx="14168718" cy="1495241"/>
          </a:xfrm>
          <a:custGeom>
            <a:avLst/>
            <a:gdLst/>
            <a:ahLst/>
            <a:cxnLst/>
            <a:rect l="l" t="t" r="r" b="b"/>
            <a:pathLst>
              <a:path w="14168718" h="1495241">
                <a:moveTo>
                  <a:pt x="0" y="0"/>
                </a:moveTo>
                <a:lnTo>
                  <a:pt x="14168718" y="0"/>
                </a:lnTo>
                <a:lnTo>
                  <a:pt x="14168718" y="1495241"/>
                </a:lnTo>
                <a:lnTo>
                  <a:pt x="0" y="14952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281164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8" name="TextBox 18"/>
          <p:cNvSpPr txBox="1"/>
          <p:nvPr/>
        </p:nvSpPr>
        <p:spPr>
          <a:xfrm>
            <a:off x="156179" y="9757329"/>
            <a:ext cx="151805" cy="342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4B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8037717"/>
            <a:ext cx="18288000" cy="3086100"/>
            <a:chOff x="0" y="0"/>
            <a:chExt cx="4816593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812800"/>
            </a:xfrm>
            <a:custGeom>
              <a:avLst/>
              <a:gdLst/>
              <a:ahLst/>
              <a:cxnLst/>
              <a:rect l="l" t="t" r="r" b="b"/>
              <a:pathLst>
                <a:path w="4816592" h="812800">
                  <a:moveTo>
                    <a:pt x="21590" y="0"/>
                  </a:moveTo>
                  <a:lnTo>
                    <a:pt x="4795002" y="0"/>
                  </a:lnTo>
                  <a:cubicBezTo>
                    <a:pt x="4800728" y="0"/>
                    <a:pt x="4806220" y="2275"/>
                    <a:pt x="4810269" y="6324"/>
                  </a:cubicBezTo>
                  <a:cubicBezTo>
                    <a:pt x="4814318" y="10372"/>
                    <a:pt x="4816592" y="15864"/>
                    <a:pt x="4816592" y="21590"/>
                  </a:cubicBezTo>
                  <a:lnTo>
                    <a:pt x="4816592" y="791210"/>
                  </a:lnTo>
                  <a:cubicBezTo>
                    <a:pt x="4816592" y="803134"/>
                    <a:pt x="4806926" y="812800"/>
                    <a:pt x="4795002" y="812800"/>
                  </a:cubicBezTo>
                  <a:lnTo>
                    <a:pt x="21590" y="812800"/>
                  </a:lnTo>
                  <a:cubicBezTo>
                    <a:pt x="9666" y="812800"/>
                    <a:pt x="0" y="803134"/>
                    <a:pt x="0" y="791210"/>
                  </a:cubicBezTo>
                  <a:lnTo>
                    <a:pt x="0" y="21590"/>
                  </a:lnTo>
                  <a:cubicBezTo>
                    <a:pt x="0" y="9666"/>
                    <a:pt x="9666" y="0"/>
                    <a:pt x="21590" y="0"/>
                  </a:cubicBezTo>
                  <a:close/>
                </a:path>
              </a:pathLst>
            </a:custGeom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869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-835254"/>
            <a:ext cx="18288000" cy="3086100"/>
            <a:chOff x="0" y="0"/>
            <a:chExt cx="4816593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16592" cy="812800"/>
            </a:xfrm>
            <a:custGeom>
              <a:avLst/>
              <a:gdLst/>
              <a:ahLst/>
              <a:cxnLst/>
              <a:rect l="l" t="t" r="r" b="b"/>
              <a:pathLst>
                <a:path w="4816592" h="812800">
                  <a:moveTo>
                    <a:pt x="21590" y="0"/>
                  </a:moveTo>
                  <a:lnTo>
                    <a:pt x="4795002" y="0"/>
                  </a:lnTo>
                  <a:cubicBezTo>
                    <a:pt x="4800728" y="0"/>
                    <a:pt x="4806220" y="2275"/>
                    <a:pt x="4810269" y="6324"/>
                  </a:cubicBezTo>
                  <a:cubicBezTo>
                    <a:pt x="4814318" y="10372"/>
                    <a:pt x="4816592" y="15864"/>
                    <a:pt x="4816592" y="21590"/>
                  </a:cubicBezTo>
                  <a:lnTo>
                    <a:pt x="4816592" y="791210"/>
                  </a:lnTo>
                  <a:cubicBezTo>
                    <a:pt x="4816592" y="803134"/>
                    <a:pt x="4806926" y="812800"/>
                    <a:pt x="4795002" y="812800"/>
                  </a:cubicBezTo>
                  <a:lnTo>
                    <a:pt x="21590" y="812800"/>
                  </a:lnTo>
                  <a:cubicBezTo>
                    <a:pt x="9666" y="812800"/>
                    <a:pt x="0" y="803134"/>
                    <a:pt x="0" y="791210"/>
                  </a:cubicBezTo>
                  <a:lnTo>
                    <a:pt x="0" y="21590"/>
                  </a:lnTo>
                  <a:cubicBezTo>
                    <a:pt x="0" y="9666"/>
                    <a:pt x="9666" y="0"/>
                    <a:pt x="21590" y="0"/>
                  </a:cubicBezTo>
                  <a:close/>
                </a:path>
              </a:pathLst>
            </a:custGeom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4816593" cy="869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798441" y="4190136"/>
            <a:ext cx="10691117" cy="1583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990"/>
              </a:lnSpc>
              <a:spcBef>
                <a:spcPct val="0"/>
              </a:spcBef>
            </a:pPr>
            <a:r>
              <a:rPr lang="en-US" sz="9278" b="1" dirty="0">
                <a:solidFill>
                  <a:schemeClr val="bg1"/>
                </a:solidFill>
                <a:latin typeface="Poppins Bold"/>
                <a:ea typeface="Poppins Bold"/>
                <a:cs typeface="Poppins Bold"/>
                <a:sym typeface="Poppins Bold"/>
                <a:hlinkClick r:id="rId2" tooltip="https://app.plcsimulator.online/lkPsdP7WKNiHD8Naife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Código Ladder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6253" y="9757329"/>
            <a:ext cx="151656" cy="342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4B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8037717"/>
            <a:ext cx="18288000" cy="3086100"/>
            <a:chOff x="0" y="0"/>
            <a:chExt cx="4816593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812800"/>
            </a:xfrm>
            <a:custGeom>
              <a:avLst/>
              <a:gdLst/>
              <a:ahLst/>
              <a:cxnLst/>
              <a:rect l="l" t="t" r="r" b="b"/>
              <a:pathLst>
                <a:path w="4816592" h="812800">
                  <a:moveTo>
                    <a:pt x="21590" y="0"/>
                  </a:moveTo>
                  <a:lnTo>
                    <a:pt x="4795002" y="0"/>
                  </a:lnTo>
                  <a:cubicBezTo>
                    <a:pt x="4800728" y="0"/>
                    <a:pt x="4806220" y="2275"/>
                    <a:pt x="4810269" y="6324"/>
                  </a:cubicBezTo>
                  <a:cubicBezTo>
                    <a:pt x="4814318" y="10372"/>
                    <a:pt x="4816592" y="15864"/>
                    <a:pt x="4816592" y="21590"/>
                  </a:cubicBezTo>
                  <a:lnTo>
                    <a:pt x="4816592" y="791210"/>
                  </a:lnTo>
                  <a:cubicBezTo>
                    <a:pt x="4816592" y="803134"/>
                    <a:pt x="4806926" y="812800"/>
                    <a:pt x="4795002" y="812800"/>
                  </a:cubicBezTo>
                  <a:lnTo>
                    <a:pt x="21590" y="812800"/>
                  </a:lnTo>
                  <a:cubicBezTo>
                    <a:pt x="9666" y="812800"/>
                    <a:pt x="0" y="803134"/>
                    <a:pt x="0" y="791210"/>
                  </a:cubicBezTo>
                  <a:lnTo>
                    <a:pt x="0" y="21590"/>
                  </a:lnTo>
                  <a:cubicBezTo>
                    <a:pt x="0" y="9666"/>
                    <a:pt x="9666" y="0"/>
                    <a:pt x="21590" y="0"/>
                  </a:cubicBezTo>
                  <a:close/>
                </a:path>
              </a:pathLst>
            </a:custGeom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869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-835254"/>
            <a:ext cx="18288000" cy="3086100"/>
            <a:chOff x="0" y="0"/>
            <a:chExt cx="4816593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16592" cy="812800"/>
            </a:xfrm>
            <a:custGeom>
              <a:avLst/>
              <a:gdLst/>
              <a:ahLst/>
              <a:cxnLst/>
              <a:rect l="l" t="t" r="r" b="b"/>
              <a:pathLst>
                <a:path w="4816592" h="812800">
                  <a:moveTo>
                    <a:pt x="21590" y="0"/>
                  </a:moveTo>
                  <a:lnTo>
                    <a:pt x="4795002" y="0"/>
                  </a:lnTo>
                  <a:cubicBezTo>
                    <a:pt x="4800728" y="0"/>
                    <a:pt x="4806220" y="2275"/>
                    <a:pt x="4810269" y="6324"/>
                  </a:cubicBezTo>
                  <a:cubicBezTo>
                    <a:pt x="4814318" y="10372"/>
                    <a:pt x="4816592" y="15864"/>
                    <a:pt x="4816592" y="21590"/>
                  </a:cubicBezTo>
                  <a:lnTo>
                    <a:pt x="4816592" y="791210"/>
                  </a:lnTo>
                  <a:cubicBezTo>
                    <a:pt x="4816592" y="803134"/>
                    <a:pt x="4806926" y="812800"/>
                    <a:pt x="4795002" y="812800"/>
                  </a:cubicBezTo>
                  <a:lnTo>
                    <a:pt x="21590" y="812800"/>
                  </a:lnTo>
                  <a:cubicBezTo>
                    <a:pt x="9666" y="812800"/>
                    <a:pt x="0" y="803134"/>
                    <a:pt x="0" y="791210"/>
                  </a:cubicBezTo>
                  <a:lnTo>
                    <a:pt x="0" y="21590"/>
                  </a:lnTo>
                  <a:cubicBezTo>
                    <a:pt x="0" y="9666"/>
                    <a:pt x="9666" y="0"/>
                    <a:pt x="21590" y="0"/>
                  </a:cubicBezTo>
                  <a:close/>
                </a:path>
              </a:pathLst>
            </a:custGeom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4816593" cy="869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798441" y="4190136"/>
            <a:ext cx="10691117" cy="1669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990"/>
              </a:lnSpc>
              <a:spcBef>
                <a:spcPct val="0"/>
              </a:spcBef>
            </a:pPr>
            <a:r>
              <a:rPr lang="en-US" sz="9278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Obrigado!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5435" y="9757329"/>
            <a:ext cx="153293" cy="342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66</Words>
  <Application>Microsoft Office PowerPoint</Application>
  <PresentationFormat>Personalizar</PresentationFormat>
  <Paragraphs>28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4" baseType="lpstr">
      <vt:lpstr>Poppins Medium</vt:lpstr>
      <vt:lpstr>Arial</vt:lpstr>
      <vt:lpstr>Poppins Bold</vt:lpstr>
      <vt:lpstr>Poppins Semi-Bold</vt:lpstr>
      <vt:lpstr>Calibri</vt:lpstr>
      <vt:lpstr>Poppins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Esteira de</dc:title>
  <cp:lastModifiedBy>João Wohl</cp:lastModifiedBy>
  <cp:revision>2</cp:revision>
  <dcterms:created xsi:type="dcterms:W3CDTF">2006-08-16T00:00:00Z</dcterms:created>
  <dcterms:modified xsi:type="dcterms:W3CDTF">2026-06-02T13:10:05Z</dcterms:modified>
  <dc:identifier>DAHLYOjVQMg</dc:identifier>
</cp:coreProperties>
</file>